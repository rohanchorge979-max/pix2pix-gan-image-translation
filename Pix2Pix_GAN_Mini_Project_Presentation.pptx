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335688D-6BD2-1254-3549-5FF073F2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0" y="-72444"/>
            <a:ext cx="2580261" cy="242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4BA167-906E-6E90-A0A7-3C06ECB73C2A}"/>
              </a:ext>
            </a:extLst>
          </p:cNvPr>
          <p:cNvSpPr txBox="1"/>
          <p:nvPr/>
        </p:nvSpPr>
        <p:spPr>
          <a:xfrm>
            <a:off x="3028335" y="445180"/>
            <a:ext cx="70226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JAWAHAR EDUCATION SOCIETY</a:t>
            </a:r>
          </a:p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A.C. PATIL COLLEGE OF ENGINEEING</a:t>
            </a:r>
          </a:p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DEPARTMENT OF AI&amp;DS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28BD42-DCA8-8252-B94C-A4119E5531E6}"/>
              </a:ext>
            </a:extLst>
          </p:cNvPr>
          <p:cNvSpPr txBox="1"/>
          <p:nvPr/>
        </p:nvSpPr>
        <p:spPr>
          <a:xfrm>
            <a:off x="3028335" y="2889552"/>
            <a:ext cx="72463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Image-to-Image Translation Using Pix2Pix GAN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DF9FD-1B15-3BAC-D5EC-1B308EEEC50E}"/>
              </a:ext>
            </a:extLst>
          </p:cNvPr>
          <p:cNvSpPr txBox="1"/>
          <p:nvPr/>
        </p:nvSpPr>
        <p:spPr>
          <a:xfrm>
            <a:off x="1533787" y="4441372"/>
            <a:ext cx="5439611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GROUP MEMBERS:-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Rohan Ramchandra Chorge(10)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Yash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Dhondu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Gawade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(13)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3.Vedant Vikas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Kharade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(24)</a:t>
            </a:r>
          </a:p>
        </p:txBody>
      </p:sp>
    </p:spTree>
    <p:extLst>
      <p:ext uri="{BB962C8B-B14F-4D97-AF65-F5344CB8AC3E}">
        <p14:creationId xmlns:p14="http://schemas.microsoft.com/office/powerpoint/2010/main" val="718140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9848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IMAGE-TO-IMAGE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984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78DCE2"/>
                </a:solidFill>
                <a:latin typeface="Aptos"/>
              </a:defRPr>
            </a:pPr>
            <a:r>
              <a:t>USING 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83B62"/>
                </a:solidFill>
                <a:latin typeface="Aptos"/>
              </a:defRPr>
            </a:pPr>
            <a:r>
              <a:t>From Building Layout Maps to Realistic Building Facades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429000"/>
            <a:ext cx="3017520" cy="150876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3538728"/>
            <a:ext cx="2688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995928"/>
            <a:ext cx="2688336" cy="8503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Building facade label/map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794760"/>
            <a:ext cx="6400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008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3429000"/>
            <a:ext cx="2560320" cy="150876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4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65192" y="3538728"/>
            <a:ext cx="22311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453B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3995928"/>
            <a:ext cx="2231136" cy="8503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U-Net + PatchGAN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794760"/>
            <a:ext cx="6400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008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3017520" cy="150876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68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3538728"/>
            <a:ext cx="2688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68E2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3995928"/>
            <a:ext cx="2688336" cy="8503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Generated facade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5F6B77"/>
                </a:solidFill>
                <a:latin typeface="Aptos"/>
              </a:defRPr>
            </a:pPr>
            <a:r>
              <a:t>Sem 7 Deep Learning Mini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253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F6B77"/>
                </a:solidFill>
                <a:latin typeface="Aptos"/>
              </a:defRPr>
            </a:pPr>
            <a:r>
              <a:t>Student: [Add your name]   |   Guide: [Add faculty name]   |   College: [Add college 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212080" cy="1920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52728"/>
            <a:ext cx="488289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4882896" cy="12618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Convert a simple building facade layout or label map into a realistic facade image while preserving the structure and spatial arrangement.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920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00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252728"/>
            <a:ext cx="488289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FA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709928"/>
            <a:ext cx="4882896" cy="12618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Manual architectural visualization can take time. Image-to-image translation explores how deep learning can create visual drafts from structured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83B62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24128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100" b="0">
                <a:solidFill>
                  <a:srgbClr val="252F3A"/>
                </a:solidFill>
                <a:latin typeface="Aptos"/>
              </a:defRPr>
            </a:pPr>
            <a:r>
              <a:t>Train a conditional Generative Adversarial Network (cGAN) that learns the mapping between paired facade layouts and real building photographs.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Objectives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448056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5272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4974336" cy="38221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Learn paired image translation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Build a U-Net generator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Build a PatchGAN discriminator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Train using adversarial + L1 loss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Compare input, target and generated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03520" cy="448056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00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25272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FA0"/>
                </a:solidFill>
                <a:latin typeface="Aptos"/>
              </a:defRPr>
            </a:pPr>
            <a:r>
              <a:t>Dataset: Facades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709928"/>
            <a:ext cx="4974336" cy="38221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Public paired building-facade dataset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Input: facade label/map image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Target: corresponding real facade photo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Images resized to 256 × 256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Paired examples are essential so the model learns the intended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Proposed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1. 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Download paired Facades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00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344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FA0"/>
                </a:solidFill>
                <a:latin typeface="Aptos"/>
              </a:defRPr>
            </a:pPr>
            <a:r>
              <a:t>2. 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801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Resize, normalize,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4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344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453BE"/>
                </a:solidFill>
                <a:latin typeface="Aptos"/>
              </a:defRPr>
            </a:pPr>
            <a:r>
              <a:t>3.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801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U-Net predicts a facade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34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68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0032" y="1344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68E25"/>
                </a:solidFill>
                <a:latin typeface="Aptos"/>
              </a:defRPr>
            </a:pPr>
            <a:r>
              <a:t>4. Discriminator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1801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PatchGAN judges realism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520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3630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5. Calculate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4087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Adversarial + L1 losses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520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00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3630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FA0"/>
                </a:solidFill>
                <a:latin typeface="Aptos"/>
              </a:defRPr>
            </a:pPr>
            <a:r>
              <a:t>6. Update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087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Backpropagation each batch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520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4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9312" y="3630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453BE"/>
                </a:solidFill>
                <a:latin typeface="Aptos"/>
              </a:defRPr>
            </a:pPr>
            <a:r>
              <a:t>7. Repeat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4087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Train across selected epochs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520440"/>
            <a:ext cx="2331720" cy="14173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68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3630168"/>
            <a:ext cx="20025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68E25"/>
                </a:solidFill>
                <a:latin typeface="Aptos"/>
              </a:defRPr>
            </a:pPr>
            <a:r>
              <a:t>8. 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4087368"/>
            <a:ext cx="2002536" cy="758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Display input, target,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1664208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1664208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664208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743200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977639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977639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977639"/>
            <a:ext cx="457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008FA0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83B62"/>
                </a:solidFill>
                <a:latin typeface="Aptos"/>
              </a:defRPr>
            </a:pPr>
            <a:r>
              <a:t>The generator and discriminator compete during training, improving image realism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Pix2Pix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34747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5272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Generator — U-Net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4974336" cy="2816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Encoder downsamples the input and extracts features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Decoder upsamples features into an image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Skip connections preserve fine spatial details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Output: generated facade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03520" cy="34747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4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25272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453BE"/>
                </a:solidFill>
                <a:latin typeface="Aptos"/>
              </a:defRPr>
            </a:pPr>
            <a:r>
              <a:t>Discriminator — PatchGAN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709928"/>
            <a:ext cx="4974336" cy="2816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Receives input paired with real or generated image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Evaluates local image patches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Predicts whether each patch looks real or fake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Encourages realistic textures and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08FA0"/>
                </a:solidFill>
                <a:latin typeface="Aptos"/>
              </a:defRPr>
            </a:pPr>
            <a:r>
              <a:t>Conditional GAN: both networks use the input layout as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Loss Functions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21488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5272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Generator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4974336" cy="1490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L_G = L_GAN + λ L1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Adversarial loss encourages realistic images; L1 loss keeps the generated image close to the paired 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03520" cy="21488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68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252728"/>
            <a:ext cx="497433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68E25"/>
                </a:solidFill>
                <a:latin typeface="Aptos"/>
              </a:defRPr>
            </a:pPr>
            <a:r>
              <a:t>Discriminator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709928"/>
            <a:ext cx="4974336" cy="1490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L_D = L_real + L_fake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The discriminator learns to classify real pairs as real and generated pairs as fake.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83B62"/>
                </a:solidFill>
                <a:latin typeface="Aptos"/>
              </a:defRPr>
            </a:pPr>
            <a:r>
              <a:t>Training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43400"/>
            <a:ext cx="978408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Load a batch of paired images</a:t>
            </a:r>
          </a:p>
          <a:p>
            <a:pPr>
              <a:spcAft>
                <a:spcPts val="13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Generate a facade and calculate losses</a:t>
            </a:r>
          </a:p>
          <a:p>
            <a:pPr>
              <a:spcAft>
                <a:spcPts val="1300"/>
              </a:spcAft>
              <a:defRPr sz="1600">
                <a:solidFill>
                  <a:srgbClr val="252F3A"/>
                </a:solidFill>
                <a:latin typeface="Aptos"/>
              </a:defRPr>
            </a:pPr>
            <a:r>
              <a:t>•  Update generator and discriminator weights; repeat for each epoch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7" name="Picture 6" descr="a_clean_infographic_style_comparison_figure_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658368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234440"/>
            <a:ext cx="3886200" cy="34747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00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1" y="1344168"/>
            <a:ext cx="355701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FA0"/>
                </a:solidFill>
                <a:latin typeface="Aptos"/>
              </a:defRPr>
            </a:pPr>
            <a:r>
              <a:t>What to 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1801368"/>
            <a:ext cx="3557016" cy="28163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Does the output follow the layout?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Are windows and floors placed sensibly?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Are colours and textures plausible?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Does quality improve across epochs?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A03C32"/>
                </a:solidFill>
                <a:latin typeface="Aptos"/>
              </a:defRPr>
            </a:pPr>
            <a:r>
              <a:t>Note: the shown comparison is illustrative. Replace it with actual model output from your Colab run before claiming experimental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Applications,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566160" cy="4206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A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252728"/>
            <a:ext cx="323697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EBE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3236976" cy="35478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Architectural concept visualization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Urban planning mock-ups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Game and simulation assets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Image editing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66160" cy="4206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68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252728"/>
            <a:ext cx="323697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68E25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09928"/>
            <a:ext cx="3236976" cy="35478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Output depends on dataset quality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Low epochs may produce blurry details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Limited to learned facade patterns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Not a substitute for architectural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566160" cy="4206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4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252728"/>
            <a:ext cx="3236976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453B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709928"/>
            <a:ext cx="3236976" cy="35478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Train for more epochs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Use larger and more diverse data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Improve resolution and details</a:t>
            </a:r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52F3A"/>
                </a:solidFill>
                <a:latin typeface="Aptos"/>
              </a:defRPr>
            </a:pPr>
            <a:r>
              <a:t>• Test other translation domains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686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CDE1F4"/>
                </a:solidFill>
                <a:latin typeface="Aptos"/>
              </a:defRPr>
            </a:pPr>
            <a:r>
              <a:t>PIX2PIX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F6B77"/>
                </a:solidFill>
                <a:latin typeface="Aptos"/>
              </a:defRPr>
            </a:pPr>
            <a:r>
              <a:t>Deep Learning Mini Project | Image-to-Image Translation Using Pix2Pix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B7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83B6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149840" cy="12344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52F3A"/>
                </a:solidFill>
                <a:latin typeface="Aptos"/>
              </a:defRPr>
            </a:pPr>
            <a:r>
              <a:t>Pix2Pix is a paired image-to-image translation method. A U-Net generator produces a facade image from a layout, while a PatchGAN discriminator encourages realistic local details. Adversarial and L1 losses guide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83B62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241280" cy="17373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52F3A"/>
                </a:solidFill>
                <a:latin typeface="Aptos"/>
              </a:defRPr>
            </a:pPr>
            <a:r>
              <a:t>•  Isola, P. et al., “Image-to-Image Translation with Conditional Adversarial Networks,” CVPR, 2017.</a:t>
            </a:r>
          </a:p>
          <a:p>
            <a:pPr>
              <a:spcAft>
                <a:spcPts val="1300"/>
              </a:spcAft>
              <a:defRPr sz="1400">
                <a:solidFill>
                  <a:srgbClr val="252F3A"/>
                </a:solidFill>
                <a:latin typeface="Aptos"/>
              </a:defRPr>
            </a:pPr>
            <a:r>
              <a:t>•  Official Pix2Pix project: https://phillipi.github.io/pix2pix/</a:t>
            </a:r>
          </a:p>
          <a:p>
            <a:pPr>
              <a:spcAft>
                <a:spcPts val="1300"/>
              </a:spcAft>
              <a:defRPr sz="1400">
                <a:solidFill>
                  <a:srgbClr val="252F3A"/>
                </a:solidFill>
                <a:latin typeface="Aptos"/>
              </a:defRPr>
            </a:pPr>
            <a:r>
              <a:t>•  TensorFlow Pix2Pix tutorial: https://www.tensorflow.org/tutorials/generative/pix2pix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839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rohanchorge979@gmail.com</cp:lastModifiedBy>
  <cp:revision>2</cp:revision>
  <dcterms:created xsi:type="dcterms:W3CDTF">2013-01-27T09:14:16Z</dcterms:created>
  <dcterms:modified xsi:type="dcterms:W3CDTF">2026-10-26T03:17:59Z</dcterms:modified>
  <cp:category/>
</cp:coreProperties>
</file>